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600" b="1">
                <a:solidFill>
                  <a:srgbClr val="5A321E"/>
                </a:solidFill>
              </a:defRPr>
            </a:pPr>
            <a:r>
              <a:rPr dirty="0"/>
              <a:t>Coffee Shop Sales Dashboard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589EF5B-1CFB-0541-DAAD-642A29A7FB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5A321E"/>
                </a:solidFill>
              </a:defRPr>
            </a:pPr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lang="en-IN" dirty="0"/>
              <a:t>  Analyse business performance trends. 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lang="en-IN" dirty="0"/>
              <a:t>  Identify peak customer behaviour. 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lang="en-IN" dirty="0"/>
              <a:t>  Understand product preference patterns. 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lang="en-IN" dirty="0"/>
              <a:t>  Support data-driven decisions.</a:t>
            </a:r>
          </a:p>
          <a:p>
            <a:pPr marL="0" indent="0">
              <a:buNone/>
              <a:defRPr sz="2200">
                <a:solidFill>
                  <a:srgbClr val="3C3C3C"/>
                </a:solidFill>
              </a:defRPr>
            </a:pP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366335" y="480378"/>
            <a:ext cx="457200" cy="731520"/>
          </a:xfrm>
          <a:prstGeom prst="ellipse">
            <a:avLst/>
          </a:prstGeom>
          <a:solidFill>
            <a:srgbClr val="B4783C"/>
          </a:solidFill>
          <a:ln>
            <a:solidFill>
              <a:srgbClr val="5A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5A321E"/>
                </a:solidFill>
              </a:defRPr>
            </a:pPr>
            <a:r>
              <a:rPr dirty="0"/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Built using Excel, combining charts for comprehensive analysis.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Tracks hourly trends, category split, size preference, store rank.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Single view enabling quick decision-making.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Improves understanding of customer and product performance.</a:t>
            </a:r>
          </a:p>
        </p:txBody>
      </p:sp>
      <p:sp>
        <p:nvSpPr>
          <p:cNvPr id="4" name="Oval 3"/>
          <p:cNvSpPr/>
          <p:nvPr/>
        </p:nvSpPr>
        <p:spPr>
          <a:xfrm>
            <a:off x="395090" y="480378"/>
            <a:ext cx="457200" cy="731520"/>
          </a:xfrm>
          <a:prstGeom prst="ellipse">
            <a:avLst/>
          </a:prstGeom>
          <a:solidFill>
            <a:srgbClr val="B4783C"/>
          </a:solidFill>
          <a:ln>
            <a:solidFill>
              <a:srgbClr val="5A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5A321E"/>
                </a:solidFill>
              </a:defRPr>
            </a:pPr>
            <a:r>
              <a:t>Quantity vs Hours (Line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C3C3C"/>
                </a:solidFill>
              </a:defRPr>
            </a:pPr>
            <a:r>
              <a:t>Line chart shows hourly demand patterns throughout the day.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Identifies rush hours; crucial for resource planning.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Morning and evening peak hours show strong customer flow.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Low mid-day traffic indicates promotional opportunity.</a:t>
            </a:r>
          </a:p>
        </p:txBody>
      </p:sp>
      <p:sp>
        <p:nvSpPr>
          <p:cNvPr id="4" name="Oval 3"/>
          <p:cNvSpPr/>
          <p:nvPr/>
        </p:nvSpPr>
        <p:spPr>
          <a:xfrm>
            <a:off x="343331" y="568988"/>
            <a:ext cx="457200" cy="731520"/>
          </a:xfrm>
          <a:prstGeom prst="ellipse">
            <a:avLst/>
          </a:prstGeom>
          <a:solidFill>
            <a:srgbClr val="B4783C"/>
          </a:solidFill>
          <a:ln>
            <a:solidFill>
              <a:srgbClr val="5A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47DD8-7442-4FF1-816B-67ADB781D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112" y="3892177"/>
            <a:ext cx="4054191" cy="2731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5A321E"/>
                </a:solidFill>
              </a:defRPr>
            </a:pPr>
            <a:r>
              <a:t>Category % Distribution (Pie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Pie chart highlights proportional contribution by category.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Coffee dominates nearly 50% of total sales.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Helps prioritize inventory and promotional strategies.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Offers clarity in understanding customer taste preferences.</a:t>
            </a:r>
          </a:p>
        </p:txBody>
      </p:sp>
      <p:sp>
        <p:nvSpPr>
          <p:cNvPr id="4" name="Oval 3"/>
          <p:cNvSpPr/>
          <p:nvPr/>
        </p:nvSpPr>
        <p:spPr>
          <a:xfrm>
            <a:off x="159301" y="480378"/>
            <a:ext cx="457200" cy="731520"/>
          </a:xfrm>
          <a:prstGeom prst="ellipse">
            <a:avLst/>
          </a:prstGeom>
          <a:solidFill>
            <a:srgbClr val="B4783C"/>
          </a:solidFill>
          <a:ln>
            <a:solidFill>
              <a:srgbClr val="5A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E0B0B6-BFE8-8AF7-A19D-D01C77197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423" y="3892177"/>
            <a:ext cx="4395597" cy="2731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5A321E"/>
                </a:solidFill>
              </a:defRPr>
            </a:pPr>
            <a:r>
              <a:t>Size Distribution (Pie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C3C3C"/>
                </a:solidFill>
              </a:defRPr>
            </a:pPr>
            <a:r>
              <a:t>Shows serving size preferences among customers.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Small size at 50%—price-sensitive customer base.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Regular &amp; Large sizes show growth opportunity.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Useful for portions &amp; pricing strategy.</a:t>
            </a:r>
          </a:p>
        </p:txBody>
      </p:sp>
      <p:sp>
        <p:nvSpPr>
          <p:cNvPr id="4" name="Oval 3"/>
          <p:cNvSpPr/>
          <p:nvPr/>
        </p:nvSpPr>
        <p:spPr>
          <a:xfrm>
            <a:off x="377837" y="480378"/>
            <a:ext cx="457200" cy="731520"/>
          </a:xfrm>
          <a:prstGeom prst="ellipse">
            <a:avLst/>
          </a:prstGeom>
          <a:solidFill>
            <a:srgbClr val="B4783C"/>
          </a:solidFill>
          <a:ln>
            <a:solidFill>
              <a:srgbClr val="5A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E80513-4C6A-7356-B6AE-5601B992B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960" y="3863181"/>
            <a:ext cx="4170025" cy="2731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5A321E"/>
                </a:solidFill>
              </a:defRPr>
            </a:pPr>
            <a:r>
              <a:t>Store Footfall &amp; Sales (Bar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C3C3C"/>
                </a:solidFill>
              </a:defRPr>
            </a:pPr>
            <a:r>
              <a:t>Compares store performance based on customer visits &amp; revenue.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Grand Total store performs best; high traffic + high sales.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Guides resource allocation like staffing, stock distribution.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Indicates performance gaps across multiple locations.</a:t>
            </a:r>
          </a:p>
        </p:txBody>
      </p:sp>
      <p:sp>
        <p:nvSpPr>
          <p:cNvPr id="4" name="Oval 3"/>
          <p:cNvSpPr/>
          <p:nvPr/>
        </p:nvSpPr>
        <p:spPr>
          <a:xfrm>
            <a:off x="228600" y="526211"/>
            <a:ext cx="457200" cy="731520"/>
          </a:xfrm>
          <a:prstGeom prst="ellipse">
            <a:avLst/>
          </a:prstGeom>
          <a:solidFill>
            <a:srgbClr val="B4783C"/>
          </a:solidFill>
          <a:ln>
            <a:solidFill>
              <a:srgbClr val="5A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6D3036-6056-8216-F0FA-E79F59CB4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52" y="3916393"/>
            <a:ext cx="4629508" cy="27873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5A321E"/>
                </a:solidFill>
              </a:defRPr>
            </a:pPr>
            <a:r>
              <a:t>Top 5 Products (Bar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C3C3C"/>
                </a:solidFill>
              </a:defRPr>
            </a:pPr>
            <a:r>
              <a:t>Shows top-performing products driving maximum revenue.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Barista Espresso highest-selling product.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Gourmet brewed coffee &amp; hot chocolate add steady revenue.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Supports SKU optimization &amp; marketing focus.</a:t>
            </a:r>
          </a:p>
        </p:txBody>
      </p:sp>
      <p:sp>
        <p:nvSpPr>
          <p:cNvPr id="4" name="Oval 3"/>
          <p:cNvSpPr/>
          <p:nvPr/>
        </p:nvSpPr>
        <p:spPr>
          <a:xfrm>
            <a:off x="337580" y="480378"/>
            <a:ext cx="457200" cy="731520"/>
          </a:xfrm>
          <a:prstGeom prst="ellipse">
            <a:avLst/>
          </a:prstGeom>
          <a:solidFill>
            <a:srgbClr val="B4783C"/>
          </a:solidFill>
          <a:ln>
            <a:solidFill>
              <a:srgbClr val="5A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BB39C-09BC-928E-4034-2F3942349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602" y="3892177"/>
            <a:ext cx="4401693" cy="27312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5A321E"/>
                </a:solidFill>
              </a:defRPr>
            </a:pPr>
            <a:r>
              <a:t>Orders by Weekdays (Bar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Compares demand across weekdays to find customer trends.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Weekend sales slightly higher; weekday performance stable.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Helps manage workforce scheduling efficiently.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dirty="0"/>
              <a:t>Offers insights to plan weekly promotions.</a:t>
            </a:r>
          </a:p>
        </p:txBody>
      </p:sp>
      <p:sp>
        <p:nvSpPr>
          <p:cNvPr id="4" name="Oval 3"/>
          <p:cNvSpPr/>
          <p:nvPr/>
        </p:nvSpPr>
        <p:spPr>
          <a:xfrm>
            <a:off x="372086" y="480378"/>
            <a:ext cx="457200" cy="731520"/>
          </a:xfrm>
          <a:prstGeom prst="ellipse">
            <a:avLst/>
          </a:prstGeom>
          <a:solidFill>
            <a:srgbClr val="B4783C"/>
          </a:solidFill>
          <a:ln>
            <a:solidFill>
              <a:srgbClr val="5A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F130E3-ECA2-AB75-AAC2-A4F85BFF5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904" y="3852117"/>
            <a:ext cx="4145639" cy="2731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5A321E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>
                <a:solidFill>
                  <a:srgbClr val="3C3C3C"/>
                </a:solidFill>
              </a:defRPr>
            </a:pPr>
            <a:endParaRPr dirty="0"/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lang="en-US" dirty="0"/>
              <a:t>Coffee &amp; small products lead sales 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lang="en-US" dirty="0"/>
              <a:t> Demand varies by hour &amp; location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lang="en-US" dirty="0"/>
              <a:t> Insights guide stocking &amp; marketing 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rPr lang="en-US" dirty="0"/>
              <a:t> Dashboard enables smarter planning .</a:t>
            </a:r>
            <a:endParaRPr dirty="0"/>
          </a:p>
          <a:p>
            <a:pPr marL="0" indent="0">
              <a:buNone/>
              <a:defRPr sz="2200">
                <a:solidFill>
                  <a:srgbClr val="3C3C3C"/>
                </a:solidFill>
              </a:defRPr>
            </a:pPr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502920" y="480378"/>
            <a:ext cx="457200" cy="731520"/>
          </a:xfrm>
          <a:prstGeom prst="ellipse">
            <a:avLst/>
          </a:prstGeom>
          <a:solidFill>
            <a:srgbClr val="B4783C"/>
          </a:solidFill>
          <a:ln>
            <a:solidFill>
              <a:srgbClr val="5A3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31</TotalTime>
  <Words>332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Coffee Shop Sales Dashboard</vt:lpstr>
      <vt:lpstr>Objective</vt:lpstr>
      <vt:lpstr>Dashboard Overview</vt:lpstr>
      <vt:lpstr>Quantity vs Hours (Line Chart)</vt:lpstr>
      <vt:lpstr>Category % Distribution (Pie Chart)</vt:lpstr>
      <vt:lpstr>Size Distribution (Pie Chart)</vt:lpstr>
      <vt:lpstr>Store Footfall &amp; Sales (Bar Chart)</vt:lpstr>
      <vt:lpstr>Top 5 Products (Bar Chart)</vt:lpstr>
      <vt:lpstr>Orders by Weekdays (Bar Chart)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Prachi Pal</cp:lastModifiedBy>
  <cp:revision>6</cp:revision>
  <dcterms:created xsi:type="dcterms:W3CDTF">2013-01-27T09:14:16Z</dcterms:created>
  <dcterms:modified xsi:type="dcterms:W3CDTF">2025-11-05T17:18:33Z</dcterms:modified>
  <cp:category/>
</cp:coreProperties>
</file>